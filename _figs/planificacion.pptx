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</p:sldIdLst>
  <p:sldSz cy="3200400" cx="9144000"/>
  <p:notesSz cx="6858000" cy="9144000"/>
  <p:embeddedFontLst>
    <p:embeddedFont>
      <p:font typeface="Roboto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008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008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boldItalic.fntdata"/><Relationship Id="rId10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-1469294" y="685800"/>
            <a:ext cx="9797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-1469294" y="685800"/>
            <a:ext cx="9797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156ec6f9ca_0_1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g2156ec6f9ca_0_170:notes"/>
          <p:cNvSpPr/>
          <p:nvPr>
            <p:ph idx="2" type="sldImg"/>
          </p:nvPr>
        </p:nvSpPr>
        <p:spPr>
          <a:xfrm>
            <a:off x="-979714" y="1143000"/>
            <a:ext cx="88173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463291"/>
            <a:ext cx="8520600" cy="12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1763456"/>
            <a:ext cx="8520600" cy="4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2901557"/>
            <a:ext cx="548700" cy="24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4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1338307"/>
            <a:ext cx="85206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2901557"/>
            <a:ext cx="548700" cy="24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4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276904"/>
            <a:ext cx="8520600" cy="3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717096"/>
            <a:ext cx="8520600" cy="212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2901557"/>
            <a:ext cx="548700" cy="24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4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276904"/>
            <a:ext cx="8520600" cy="3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717096"/>
            <a:ext cx="3999900" cy="212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717096"/>
            <a:ext cx="3999900" cy="212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2901557"/>
            <a:ext cx="548700" cy="24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4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276904"/>
            <a:ext cx="8520600" cy="3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2901557"/>
            <a:ext cx="548700" cy="24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4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345707"/>
            <a:ext cx="2808000" cy="47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864640"/>
            <a:ext cx="2808000" cy="19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2901557"/>
            <a:ext cx="548700" cy="24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4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280093"/>
            <a:ext cx="6367800" cy="254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2901557"/>
            <a:ext cx="548700" cy="24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4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78"/>
            <a:ext cx="4572000" cy="320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767309"/>
            <a:ext cx="4045200" cy="92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1744136"/>
            <a:ext cx="4045200" cy="7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450536"/>
            <a:ext cx="3837000" cy="22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2901557"/>
            <a:ext cx="548700" cy="24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4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2632358"/>
            <a:ext cx="5998800" cy="37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2901557"/>
            <a:ext cx="548700" cy="24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4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688256"/>
            <a:ext cx="8520600" cy="122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1961384"/>
            <a:ext cx="8520600" cy="8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2901557"/>
            <a:ext cx="548700" cy="24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4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2901557"/>
            <a:ext cx="548700" cy="24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4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>
  <p:cSld name="Título y objeto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8510" y="-6344"/>
            <a:ext cx="5701119" cy="3209727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/>
          <p:nvPr>
            <p:ph type="title"/>
          </p:nvPr>
        </p:nvSpPr>
        <p:spPr>
          <a:xfrm>
            <a:off x="314023" y="155239"/>
            <a:ext cx="5392200" cy="57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00"/>
              <a:buFont typeface="Calibri"/>
              <a:buNone/>
              <a:defRPr b="1" i="0" sz="17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314023" y="860918"/>
            <a:ext cx="84165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Arial"/>
              <a:buNone/>
              <a:defRPr b="0" sz="1500" u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rtl="0" algn="l">
              <a:spcBef>
                <a:spcPts val="1200"/>
              </a:spcBef>
              <a:spcAft>
                <a:spcPts val="0"/>
              </a:spcAft>
              <a:buClr>
                <a:srgbClr val="EF9D2F"/>
              </a:buClr>
              <a:buSzPts val="1500"/>
              <a:buChar char="○"/>
              <a:defRPr b="1" sz="1500">
                <a:solidFill>
                  <a:srgbClr val="EF9D2F"/>
                </a:solidFill>
              </a:defRPr>
            </a:lvl2pPr>
            <a:lvl3pPr indent="-323850" lvl="2" marL="1371600" rtl="0" algn="l"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500"/>
              <a:buChar char="■"/>
              <a:defRPr i="1" sz="1500">
                <a:solidFill>
                  <a:srgbClr val="7F7F7F"/>
                </a:solidFill>
              </a:defRPr>
            </a:lvl3pPr>
            <a:lvl4pPr indent="-317500" lvl="3" marL="1828800" rtl="0" algn="l"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400"/>
              <a:buChar char="●"/>
              <a:defRPr>
                <a:solidFill>
                  <a:srgbClr val="7F7F7F"/>
                </a:solidFill>
              </a:defRPr>
            </a:lvl4pPr>
            <a:lvl5pPr indent="-317500" lvl="4" marL="2286000" rtl="0" algn="l"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400"/>
              <a:buChar char="○"/>
              <a:defRPr>
                <a:solidFill>
                  <a:srgbClr val="7F7F7F"/>
                </a:solidFill>
              </a:defRPr>
            </a:lvl5pPr>
            <a:lvl6pPr indent="-317500" lvl="5" marL="2743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76904"/>
            <a:ext cx="85206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717096"/>
            <a:ext cx="8520600" cy="21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2901557"/>
            <a:ext cx="5487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47500" lnSpcReduction="20000"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ctrTitle"/>
          </p:nvPr>
        </p:nvSpPr>
        <p:spPr>
          <a:xfrm>
            <a:off x="311708" y="463291"/>
            <a:ext cx="8520600" cy="12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311700" y="1763456"/>
            <a:ext cx="8520600" cy="4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/>
          <p:nvPr/>
        </p:nvSpPr>
        <p:spPr>
          <a:xfrm>
            <a:off x="3816820" y="3104858"/>
            <a:ext cx="42600" cy="54000"/>
          </a:xfrm>
          <a:prstGeom prst="triangle">
            <a:avLst>
              <a:gd fmla="val 50000" name="adj"/>
            </a:avLst>
          </a:prstGeom>
          <a:solidFill>
            <a:srgbClr val="505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5"/>
          <p:cNvSpPr/>
          <p:nvPr/>
        </p:nvSpPr>
        <p:spPr>
          <a:xfrm>
            <a:off x="1940540" y="3104858"/>
            <a:ext cx="42600" cy="54000"/>
          </a:xfrm>
          <a:prstGeom prst="triangle">
            <a:avLst>
              <a:gd fmla="val 0" name="adj"/>
            </a:avLst>
          </a:prstGeom>
          <a:solidFill>
            <a:srgbClr val="505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6" name="Google Shape;66;p15"/>
          <p:cNvGrpSpPr/>
          <p:nvPr/>
        </p:nvGrpSpPr>
        <p:grpSpPr>
          <a:xfrm>
            <a:off x="242400" y="179496"/>
            <a:ext cx="5027216" cy="2741209"/>
            <a:chOff x="3720468" y="179496"/>
            <a:chExt cx="5027216" cy="2741209"/>
          </a:xfrm>
        </p:grpSpPr>
        <p:grpSp>
          <p:nvGrpSpPr>
            <p:cNvPr id="67" name="Google Shape;67;p15"/>
            <p:cNvGrpSpPr/>
            <p:nvPr/>
          </p:nvGrpSpPr>
          <p:grpSpPr>
            <a:xfrm>
              <a:off x="3720468" y="179496"/>
              <a:ext cx="5027216" cy="2741209"/>
              <a:chOff x="4572350" y="1431525"/>
              <a:chExt cx="2571729" cy="2927704"/>
            </a:xfrm>
          </p:grpSpPr>
          <p:sp>
            <p:nvSpPr>
              <p:cNvPr id="68" name="Google Shape;68;p15"/>
              <p:cNvSpPr/>
              <p:nvPr/>
            </p:nvSpPr>
            <p:spPr>
              <a:xfrm>
                <a:off x="4574579" y="1431529"/>
                <a:ext cx="2569500" cy="2927700"/>
              </a:xfrm>
              <a:prstGeom prst="rect">
                <a:avLst/>
              </a:prstGeom>
              <a:noFill/>
              <a:ln cap="flat" cmpd="sng" w="9525">
                <a:solidFill>
                  <a:srgbClr val="41414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15"/>
              <p:cNvSpPr/>
              <p:nvPr/>
            </p:nvSpPr>
            <p:spPr>
              <a:xfrm flipH="1" rot="10800000">
                <a:off x="4572350" y="1431525"/>
                <a:ext cx="2568000" cy="126900"/>
              </a:xfrm>
              <a:prstGeom prst="rect">
                <a:avLst/>
              </a:prstGeom>
              <a:solidFill>
                <a:srgbClr val="41414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15"/>
              <p:cNvSpPr txBox="1"/>
              <p:nvPr/>
            </p:nvSpPr>
            <p:spPr>
              <a:xfrm>
                <a:off x="4572350" y="1558425"/>
                <a:ext cx="804600" cy="79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4200">
                    <a:solidFill>
                      <a:srgbClr val="414141"/>
                    </a:solidFill>
                    <a:latin typeface="Roboto"/>
                    <a:ea typeface="Roboto"/>
                    <a:cs typeface="Roboto"/>
                    <a:sym typeface="Roboto"/>
                  </a:rPr>
                  <a:t>26</a:t>
                </a:r>
                <a:endParaRPr b="1" sz="4200">
                  <a:solidFill>
                    <a:srgbClr val="41414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71" name="Google Shape;71;p15"/>
              <p:cNvSpPr txBox="1"/>
              <p:nvPr/>
            </p:nvSpPr>
            <p:spPr>
              <a:xfrm>
                <a:off x="4637893" y="2506856"/>
                <a:ext cx="352200" cy="17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rgbClr val="414141"/>
                    </a:solidFill>
                    <a:latin typeface="Roboto"/>
                    <a:ea typeface="Roboto"/>
                    <a:cs typeface="Roboto"/>
                    <a:sym typeface="Roboto"/>
                  </a:rPr>
                  <a:t>ENE</a:t>
                </a:r>
                <a:endParaRPr sz="1600">
                  <a:solidFill>
                    <a:srgbClr val="41414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72" name="Google Shape;72;p15"/>
              <p:cNvSpPr txBox="1"/>
              <p:nvPr/>
            </p:nvSpPr>
            <p:spPr>
              <a:xfrm>
                <a:off x="5166000" y="2506856"/>
                <a:ext cx="352200" cy="17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rgbClr val="414141"/>
                    </a:solidFill>
                    <a:latin typeface="Roboto"/>
                    <a:ea typeface="Roboto"/>
                    <a:cs typeface="Roboto"/>
                    <a:sym typeface="Roboto"/>
                  </a:rPr>
                  <a:t>FEB</a:t>
                </a:r>
                <a:endParaRPr sz="1600">
                  <a:solidFill>
                    <a:srgbClr val="41414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73" name="Google Shape;73;p15"/>
              <p:cNvSpPr txBox="1"/>
              <p:nvPr/>
            </p:nvSpPr>
            <p:spPr>
              <a:xfrm>
                <a:off x="5661505" y="2506856"/>
                <a:ext cx="352200" cy="17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rgbClr val="414141"/>
                    </a:solidFill>
                    <a:latin typeface="Roboto"/>
                    <a:ea typeface="Roboto"/>
                    <a:cs typeface="Roboto"/>
                    <a:sym typeface="Roboto"/>
                  </a:rPr>
                  <a:t>MAR</a:t>
                </a:r>
                <a:endParaRPr sz="1600">
                  <a:solidFill>
                    <a:srgbClr val="41414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74" name="Google Shape;74;p15"/>
              <p:cNvSpPr txBox="1"/>
              <p:nvPr/>
            </p:nvSpPr>
            <p:spPr>
              <a:xfrm>
                <a:off x="6198504" y="2506856"/>
                <a:ext cx="352200" cy="17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rgbClr val="414141"/>
                    </a:solidFill>
                    <a:latin typeface="Roboto"/>
                    <a:ea typeface="Roboto"/>
                    <a:cs typeface="Roboto"/>
                    <a:sym typeface="Roboto"/>
                  </a:rPr>
                  <a:t>ABR</a:t>
                </a:r>
                <a:endParaRPr sz="1600">
                  <a:solidFill>
                    <a:srgbClr val="41414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cxnSp>
            <p:nvCxnSpPr>
              <p:cNvPr id="75" name="Google Shape;75;p15"/>
              <p:cNvCxnSpPr/>
              <p:nvPr/>
            </p:nvCxnSpPr>
            <p:spPr>
              <a:xfrm rot="10800000">
                <a:off x="5085825" y="2506700"/>
                <a:ext cx="0" cy="1848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414141"/>
                </a:solidFill>
                <a:prstDash val="dot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6" name="Google Shape;76;p15"/>
              <p:cNvCxnSpPr/>
              <p:nvPr/>
            </p:nvCxnSpPr>
            <p:spPr>
              <a:xfrm rot="10800000">
                <a:off x="5596537" y="2506700"/>
                <a:ext cx="0" cy="1848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414141"/>
                </a:solidFill>
                <a:prstDash val="dot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7" name="Google Shape;77;p15"/>
              <p:cNvCxnSpPr/>
              <p:nvPr/>
            </p:nvCxnSpPr>
            <p:spPr>
              <a:xfrm rot="10800000">
                <a:off x="6107250" y="2506700"/>
                <a:ext cx="0" cy="1848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414141"/>
                </a:solidFill>
                <a:prstDash val="dot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78" name="Google Shape;78;p15"/>
            <p:cNvGrpSpPr/>
            <p:nvPr/>
          </p:nvGrpSpPr>
          <p:grpSpPr>
            <a:xfrm>
              <a:off x="7751074" y="1175426"/>
              <a:ext cx="815479" cy="1730844"/>
              <a:chOff x="5596537" y="2522114"/>
              <a:chExt cx="417167" cy="1848600"/>
            </a:xfrm>
          </p:grpSpPr>
          <p:sp>
            <p:nvSpPr>
              <p:cNvPr id="79" name="Google Shape;79;p15"/>
              <p:cNvSpPr txBox="1"/>
              <p:nvPr/>
            </p:nvSpPr>
            <p:spPr>
              <a:xfrm>
                <a:off x="5661505" y="2522270"/>
                <a:ext cx="352200" cy="17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rgbClr val="414141"/>
                    </a:solidFill>
                    <a:latin typeface="Roboto"/>
                    <a:ea typeface="Roboto"/>
                    <a:cs typeface="Roboto"/>
                    <a:sym typeface="Roboto"/>
                  </a:rPr>
                  <a:t>MAY</a:t>
                </a:r>
                <a:endParaRPr sz="1600">
                  <a:solidFill>
                    <a:srgbClr val="41414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cxnSp>
            <p:nvCxnSpPr>
              <p:cNvPr id="80" name="Google Shape;80;p15"/>
              <p:cNvCxnSpPr/>
              <p:nvPr/>
            </p:nvCxnSpPr>
            <p:spPr>
              <a:xfrm rot="10800000">
                <a:off x="5596537" y="2522114"/>
                <a:ext cx="0" cy="1848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414141"/>
                </a:solidFill>
                <a:prstDash val="dot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81" name="Google Shape;81;p15"/>
          <p:cNvGrpSpPr/>
          <p:nvPr/>
        </p:nvGrpSpPr>
        <p:grpSpPr>
          <a:xfrm>
            <a:off x="1241013" y="1497598"/>
            <a:ext cx="4030657" cy="1420768"/>
            <a:chOff x="4716943" y="1480036"/>
            <a:chExt cx="4030657" cy="1420768"/>
          </a:xfrm>
        </p:grpSpPr>
        <p:sp>
          <p:nvSpPr>
            <p:cNvPr id="82" name="Google Shape;82;p15"/>
            <p:cNvSpPr/>
            <p:nvPr/>
          </p:nvSpPr>
          <p:spPr>
            <a:xfrm>
              <a:off x="5720598" y="1955984"/>
              <a:ext cx="2030100" cy="470100"/>
            </a:xfrm>
            <a:prstGeom prst="rect">
              <a:avLst/>
            </a:prstGeom>
            <a:solidFill>
              <a:srgbClr val="414141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Segundo </a:t>
              </a:r>
              <a:br>
                <a:rPr lang="en" sz="15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15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avance</a:t>
              </a:r>
              <a:endParaRPr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3" name="Google Shape;83;p15"/>
            <p:cNvSpPr/>
            <p:nvPr/>
          </p:nvSpPr>
          <p:spPr>
            <a:xfrm flipH="1">
              <a:off x="6708500" y="2430705"/>
              <a:ext cx="2039100" cy="470100"/>
            </a:xfrm>
            <a:prstGeom prst="rect">
              <a:avLst/>
            </a:prstGeom>
            <a:solidFill>
              <a:srgbClr val="464646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Examen privado y </a:t>
              </a:r>
              <a:r>
                <a:rPr lang="en" sz="15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Defensa</a:t>
              </a:r>
              <a:endParaRPr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4" name="Google Shape;84;p15"/>
            <p:cNvSpPr/>
            <p:nvPr/>
          </p:nvSpPr>
          <p:spPr>
            <a:xfrm>
              <a:off x="4716943" y="1480036"/>
              <a:ext cx="2008800" cy="470100"/>
            </a:xfrm>
            <a:prstGeom prst="rect">
              <a:avLst/>
            </a:prstGeom>
            <a:solidFill>
              <a:srgbClr val="414141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Borrador </a:t>
              </a:r>
              <a:br>
                <a:rPr lang="en" sz="15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15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segundo artículo</a:t>
              </a:r>
              <a:endParaRPr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