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2743200" cx="2743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64">
          <p15:clr>
            <a:srgbClr val="747775"/>
          </p15:clr>
        </p15:guide>
        <p15:guide id="2" pos="86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64" orient="horz"/>
        <p:guide pos="86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3513" y="397107"/>
            <a:ext cx="2556300" cy="1094700"/>
          </a:xfrm>
          <a:prstGeom prst="rect">
            <a:avLst/>
          </a:prstGeom>
        </p:spPr>
        <p:txBody>
          <a:bodyPr anchorCtr="0" anchor="b" bIns="34550" lIns="34550" spcFirstLastPara="1" rIns="34550" wrap="square" tIns="34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3510" y="1511533"/>
            <a:ext cx="2556300" cy="4227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93510" y="1147120"/>
            <a:ext cx="2556300" cy="4491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93510" y="237347"/>
            <a:ext cx="2556300" cy="3054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3510" y="614653"/>
            <a:ext cx="2556300" cy="18222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1pPr>
            <a:lvl2pPr indent="-260350" lvl="1" marL="9144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2pPr>
            <a:lvl3pPr indent="-260350" lvl="2" marL="13716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3pPr>
            <a:lvl4pPr indent="-260350" lvl="3" marL="1828800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4pPr>
            <a:lvl5pPr indent="-260350" lvl="4" marL="22860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5pPr>
            <a:lvl6pPr indent="-260350" lvl="5" marL="27432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6pPr>
            <a:lvl7pPr indent="-260350" lvl="6" marL="3200400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7pPr>
            <a:lvl8pPr indent="-260350" lvl="7" marL="36576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93510" y="237347"/>
            <a:ext cx="2556300" cy="3054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93510" y="614653"/>
            <a:ext cx="1200000" cy="18222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indent="-260350" lvl="0" marL="4572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1pPr>
            <a:lvl2pPr indent="-260350" lvl="1" marL="9144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indent="-260350" lvl="2" marL="13716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indent="-260350" lvl="3" marL="18288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indent="-260350" lvl="4" marL="22860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indent="-260350" lvl="5" marL="27432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indent="-260350" lvl="6" marL="32004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indent="-260350" lvl="7" marL="36576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449720" y="614653"/>
            <a:ext cx="1200000" cy="18222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indent="-260350" lvl="0" marL="4572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1pPr>
            <a:lvl2pPr indent="-260350" lvl="1" marL="9144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indent="-260350" lvl="2" marL="13716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indent="-260350" lvl="3" marL="18288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indent="-260350" lvl="4" marL="22860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indent="-260350" lvl="5" marL="27432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indent="-260350" lvl="6" marL="32004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indent="-260350" lvl="7" marL="36576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93510" y="237347"/>
            <a:ext cx="2556300" cy="3054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93510" y="296320"/>
            <a:ext cx="842400" cy="402900"/>
          </a:xfrm>
          <a:prstGeom prst="rect">
            <a:avLst/>
          </a:prstGeom>
        </p:spPr>
        <p:txBody>
          <a:bodyPr anchorCtr="0" anchor="b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93510" y="741120"/>
            <a:ext cx="842400" cy="16956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indent="-260350" lvl="0" marL="4572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1pPr>
            <a:lvl2pPr indent="-260350" lvl="1" marL="9144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2pPr>
            <a:lvl3pPr indent="-260350" lvl="2" marL="13716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3pPr>
            <a:lvl4pPr indent="-260350" lvl="3" marL="18288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4pPr>
            <a:lvl5pPr indent="-260350" lvl="4" marL="22860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5pPr>
            <a:lvl6pPr indent="-260350" lvl="5" marL="27432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6pPr>
            <a:lvl7pPr indent="-260350" lvl="6" marL="3200400">
              <a:spcBef>
                <a:spcPts val="0"/>
              </a:spcBef>
              <a:spcAft>
                <a:spcPts val="0"/>
              </a:spcAft>
              <a:buSzPts val="500"/>
              <a:buChar char="●"/>
              <a:defRPr sz="500"/>
            </a:lvl7pPr>
            <a:lvl8pPr indent="-260350" lvl="7" marL="3657600">
              <a:spcBef>
                <a:spcPts val="0"/>
              </a:spcBef>
              <a:spcAft>
                <a:spcPts val="0"/>
              </a:spcAft>
              <a:buSzPts val="500"/>
              <a:buChar char="○"/>
              <a:defRPr sz="500"/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SzPts val="500"/>
              <a:buChar char="■"/>
              <a:defRPr sz="5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47075" y="240080"/>
            <a:ext cx="1910400" cy="21819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371600" y="-67"/>
            <a:ext cx="1371600" cy="2743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550" lIns="34550" spcFirstLastPara="1" rIns="34550" wrap="square" tIns="34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9650" y="657693"/>
            <a:ext cx="1213500" cy="790500"/>
          </a:xfrm>
          <a:prstGeom prst="rect">
            <a:avLst/>
          </a:prstGeom>
        </p:spPr>
        <p:txBody>
          <a:bodyPr anchorCtr="0" anchor="b" bIns="34550" lIns="34550" spcFirstLastPara="1" rIns="34550" wrap="square" tIns="34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79650" y="1494973"/>
            <a:ext cx="1213500" cy="6588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481850" y="386173"/>
            <a:ext cx="1151100" cy="19707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1pPr>
            <a:lvl2pPr indent="-260350" lvl="1" marL="9144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2pPr>
            <a:lvl3pPr indent="-260350" lvl="2" marL="13716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3pPr>
            <a:lvl4pPr indent="-260350" lvl="3" marL="1828800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4pPr>
            <a:lvl5pPr indent="-260350" lvl="4" marL="22860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5pPr>
            <a:lvl6pPr indent="-260350" lvl="5" marL="27432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6pPr>
            <a:lvl7pPr indent="-260350" lvl="6" marL="3200400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7pPr>
            <a:lvl8pPr indent="-260350" lvl="7" marL="3657600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8pPr>
            <a:lvl9pPr indent="-260350" lvl="8" marL="4114800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93510" y="2256307"/>
            <a:ext cx="1799700" cy="3228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93510" y="589933"/>
            <a:ext cx="2556300" cy="1047300"/>
          </a:xfrm>
          <a:prstGeom prst="rect">
            <a:avLst/>
          </a:prstGeom>
        </p:spPr>
        <p:txBody>
          <a:bodyPr anchorCtr="0" anchor="b" bIns="34550" lIns="34550" spcFirstLastPara="1" rIns="34550" wrap="square" tIns="345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93510" y="1681187"/>
            <a:ext cx="2556300" cy="693900"/>
          </a:xfrm>
          <a:prstGeom prst="rect">
            <a:avLst/>
          </a:prstGeom>
        </p:spPr>
        <p:txBody>
          <a:bodyPr anchorCtr="0" anchor="t" bIns="34550" lIns="34550" spcFirstLastPara="1" rIns="34550" wrap="square" tIns="34550">
            <a:normAutofit/>
          </a:bodyPr>
          <a:lstStyle>
            <a:lvl1pPr indent="-273050" lvl="0" marL="45720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1pPr>
            <a:lvl2pPr indent="-260350" lvl="1" marL="914400" algn="ctr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2pPr>
            <a:lvl3pPr indent="-260350" lvl="2" marL="1371600" algn="ctr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3pPr>
            <a:lvl4pPr indent="-260350" lvl="3" marL="1828800" algn="ctr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4pPr>
            <a:lvl5pPr indent="-260350" lvl="4" marL="2286000" algn="ctr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5pPr>
            <a:lvl6pPr indent="-260350" lvl="5" marL="2743200" algn="ctr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6pPr>
            <a:lvl7pPr indent="-260350" lvl="6" marL="3200400" algn="ctr">
              <a:spcBef>
                <a:spcPts val="0"/>
              </a:spcBef>
              <a:spcAft>
                <a:spcPts val="0"/>
              </a:spcAft>
              <a:buSzPts val="500"/>
              <a:buChar char="●"/>
              <a:defRPr/>
            </a:lvl7pPr>
            <a:lvl8pPr indent="-260350" lvl="7" marL="3657600" algn="ctr">
              <a:spcBef>
                <a:spcPts val="0"/>
              </a:spcBef>
              <a:spcAft>
                <a:spcPts val="0"/>
              </a:spcAft>
              <a:buSzPts val="500"/>
              <a:buChar char="○"/>
              <a:defRPr/>
            </a:lvl8pPr>
            <a:lvl9pPr indent="-260350" lvl="8" marL="4114800" algn="ctr">
              <a:spcBef>
                <a:spcPts val="0"/>
              </a:spcBef>
              <a:spcAft>
                <a:spcPts val="0"/>
              </a:spcAft>
              <a:buSzPts val="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</p:spPr>
        <p:txBody>
          <a:bodyPr anchorCtr="0" anchor="ctr" bIns="34550" lIns="34550" spcFirstLastPara="1" rIns="34550" wrap="square" tIns="345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5553" y="-5438"/>
            <a:ext cx="2748755" cy="154754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94207" y="133062"/>
            <a:ext cx="1617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950" lIns="25900" spcFirstLastPara="1" rIns="25900" wrap="square" tIns="1295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600"/>
              <a:buFont typeface="Calibri"/>
              <a:buNone/>
              <a:defRPr b="1" i="0" sz="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94207" y="737930"/>
            <a:ext cx="2524800" cy="17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0" lIns="25900" spcFirstLastPara="1" rIns="25900" wrap="square" tIns="12950">
            <a:normAutofit/>
          </a:bodyPr>
          <a:lstStyle>
            <a:lvl1pPr indent="-228600" lvl="0" marL="457200" rtl="0" algn="l">
              <a:spcBef>
                <a:spcPts val="100"/>
              </a:spcBef>
              <a:spcAft>
                <a:spcPts val="0"/>
              </a:spcAft>
              <a:buClr>
                <a:srgbClr val="595959"/>
              </a:buClr>
              <a:buSzPts val="600"/>
              <a:buFont typeface="Arial"/>
              <a:buNone/>
              <a:defRPr b="0" sz="600" u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66700" lvl="1" marL="914400" rtl="0" algn="l">
              <a:spcBef>
                <a:spcPts val="500"/>
              </a:spcBef>
              <a:spcAft>
                <a:spcPts val="0"/>
              </a:spcAft>
              <a:buClr>
                <a:srgbClr val="EF9D2F"/>
              </a:buClr>
              <a:buSzPts val="600"/>
              <a:buChar char="○"/>
              <a:defRPr b="1" sz="600">
                <a:solidFill>
                  <a:srgbClr val="EF9D2F"/>
                </a:solidFill>
              </a:defRPr>
            </a:lvl2pPr>
            <a:lvl3pPr indent="-266700" lvl="2" marL="1371600" rtl="0" algn="l"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600"/>
              <a:buChar char="■"/>
              <a:defRPr i="1" sz="600">
                <a:solidFill>
                  <a:srgbClr val="7F7F7F"/>
                </a:solidFill>
              </a:defRPr>
            </a:lvl3pPr>
            <a:lvl4pPr indent="-260350" lvl="3" marL="1828800" rtl="0" algn="l"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500"/>
              <a:buChar char="●"/>
              <a:defRPr>
                <a:solidFill>
                  <a:srgbClr val="7F7F7F"/>
                </a:solidFill>
              </a:defRPr>
            </a:lvl4pPr>
            <a:lvl5pPr indent="-260350" lvl="4" marL="2286000" rtl="0" algn="l"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500"/>
              <a:buChar char="○"/>
              <a:defRPr>
                <a:solidFill>
                  <a:srgbClr val="7F7F7F"/>
                </a:solidFill>
              </a:defRPr>
            </a:lvl5pPr>
            <a:lvl6pPr indent="-260350" lvl="5" marL="2743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Char char="■"/>
              <a:defRPr/>
            </a:lvl6pPr>
            <a:lvl7pPr indent="-260350" lvl="6" marL="32004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Char char="●"/>
              <a:defRPr/>
            </a:lvl7pPr>
            <a:lvl8pPr indent="-260350" lvl="7" marL="36576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500"/>
              <a:buChar char="○"/>
              <a:defRPr/>
            </a:lvl8pPr>
            <a:lvl9pPr indent="-260350" lvl="8" marL="4114800" rtl="0" algn="l"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5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3510" y="237347"/>
            <a:ext cx="2556300" cy="3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34550" spcFirstLastPara="1" rIns="34550" wrap="square" tIns="345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510" y="614653"/>
            <a:ext cx="2556300" cy="18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34550" spcFirstLastPara="1" rIns="34550" wrap="square" tIns="34550">
            <a:normAutofit/>
          </a:bodyPr>
          <a:lstStyle>
            <a:lvl1pPr indent="-273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1pPr>
            <a:lvl2pPr indent="-2603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○"/>
              <a:defRPr sz="500">
                <a:solidFill>
                  <a:schemeClr val="dk2"/>
                </a:solidFill>
              </a:defRPr>
            </a:lvl2pPr>
            <a:lvl3pPr indent="-2603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■"/>
              <a:defRPr sz="500">
                <a:solidFill>
                  <a:schemeClr val="dk2"/>
                </a:solidFill>
              </a:defRPr>
            </a:lvl3pPr>
            <a:lvl4pPr indent="-2603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●"/>
              <a:defRPr sz="500">
                <a:solidFill>
                  <a:schemeClr val="dk2"/>
                </a:solidFill>
              </a:defRPr>
            </a:lvl4pPr>
            <a:lvl5pPr indent="-2603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○"/>
              <a:defRPr sz="500">
                <a:solidFill>
                  <a:schemeClr val="dk2"/>
                </a:solidFill>
              </a:defRPr>
            </a:lvl5pPr>
            <a:lvl6pPr indent="-2603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■"/>
              <a:defRPr sz="500">
                <a:solidFill>
                  <a:schemeClr val="dk2"/>
                </a:solidFill>
              </a:defRPr>
            </a:lvl6pPr>
            <a:lvl7pPr indent="-2603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●"/>
              <a:defRPr sz="500">
                <a:solidFill>
                  <a:schemeClr val="dk2"/>
                </a:solidFill>
              </a:defRPr>
            </a:lvl7pPr>
            <a:lvl8pPr indent="-2603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○"/>
              <a:defRPr sz="500">
                <a:solidFill>
                  <a:schemeClr val="dk2"/>
                </a:solidFill>
              </a:defRPr>
            </a:lvl8pPr>
            <a:lvl9pPr indent="-2603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"/>
              <a:buChar char="■"/>
              <a:defRPr sz="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541737" y="2487049"/>
            <a:ext cx="1647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550" lIns="34550" spcFirstLastPara="1" rIns="34550" wrap="square" tIns="34550">
            <a:normAutofit/>
          </a:bodyPr>
          <a:lstStyle>
            <a:lvl1pPr lvl="0" algn="r">
              <a:buNone/>
              <a:defRPr sz="400">
                <a:solidFill>
                  <a:schemeClr val="dk2"/>
                </a:solidFill>
              </a:defRPr>
            </a:lvl1pPr>
            <a:lvl2pPr lvl="1" algn="r">
              <a:buNone/>
              <a:defRPr sz="400">
                <a:solidFill>
                  <a:schemeClr val="dk2"/>
                </a:solidFill>
              </a:defRPr>
            </a:lvl2pPr>
            <a:lvl3pPr lvl="2" algn="r">
              <a:buNone/>
              <a:defRPr sz="400">
                <a:solidFill>
                  <a:schemeClr val="dk2"/>
                </a:solidFill>
              </a:defRPr>
            </a:lvl3pPr>
            <a:lvl4pPr lvl="3" algn="r">
              <a:buNone/>
              <a:defRPr sz="400">
                <a:solidFill>
                  <a:schemeClr val="dk2"/>
                </a:solidFill>
              </a:defRPr>
            </a:lvl4pPr>
            <a:lvl5pPr lvl="4" algn="r">
              <a:buNone/>
              <a:defRPr sz="400">
                <a:solidFill>
                  <a:schemeClr val="dk2"/>
                </a:solidFill>
              </a:defRPr>
            </a:lvl5pPr>
            <a:lvl6pPr lvl="5" algn="r">
              <a:buNone/>
              <a:defRPr sz="400">
                <a:solidFill>
                  <a:schemeClr val="dk2"/>
                </a:solidFill>
              </a:defRPr>
            </a:lvl6pPr>
            <a:lvl7pPr lvl="6" algn="r">
              <a:buNone/>
              <a:defRPr sz="400">
                <a:solidFill>
                  <a:schemeClr val="dk2"/>
                </a:solidFill>
              </a:defRPr>
            </a:lvl7pPr>
            <a:lvl8pPr lvl="7" algn="r">
              <a:buNone/>
              <a:defRPr sz="400">
                <a:solidFill>
                  <a:schemeClr val="dk2"/>
                </a:solidFill>
              </a:defRPr>
            </a:lvl8pPr>
            <a:lvl9pPr lvl="8" algn="r">
              <a:buNone/>
              <a:defRPr sz="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059000" cy="153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800" y="1126800"/>
            <a:ext cx="1616400" cy="16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